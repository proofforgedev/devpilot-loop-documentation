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DevPilot Loop</a:t>
            </a:r>
          </a:p>
          <a:p>
            <a:pPr algn="ctr">
              <a:defRPr sz="2000">
                <a:solidFill>
                  <a:srgbClr val="00D4FF"/>
                </a:solidFill>
              </a:defRPr>
            </a:pPr>
            <a:r>
              <a:t>研发团队的"自动驾驶"：从缺陷归并到知识沉淀的全自主闭环</a:t>
            </a:r>
            <a:br/>
            <a:r>
              <a:t>基于 AgentTeams（原 HiClaw）· Apache 2.0 开源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 1 章 场景与痛点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D4FF"/>
                </a:solidFill>
              </a:defRPr>
            </a:pPr>
            <a:r>
              <a:t>场景价值 25%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目标用户：3–20 人中小研发团队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痛点 ①：修复周期长，平均 4 小时 / 缺陷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痛点 ②：上下文丢失，重复沟通占修复时间 40%+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痛点 ③：经验不沉淀，同类缺陷反复出现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痛点 ④：无法审计，出了问题无法追溯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量化价值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D4FF"/>
                </a:solidFill>
              </a:defRPr>
            </a:pPr>
            <a:r>
              <a:t>场景价值 25%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修复周期：4 小时 → 15 分钟（16× 提速）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人工介入：减少 80%（仅关键节点审批）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同类缺陷复发率：下降 60%（经验自动沉淀）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审计可追溯性：从 0 到 100%（Matrix + OTel Trace）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行业可复制性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D4FF"/>
                </a:solidFill>
              </a:defRPr>
            </a:pPr>
            <a:r>
              <a:t>场景价值 25%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Manager–Worker–Skill 是场景无关的骨架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运维自愈：Intake→告警归并，Fixer→自愈脚本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智能客服：Analyst→意图根因，Knowledge→话术沉淀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金融风控：Verifier→规则校验，Release→灰度策略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DefectTriage、PostmortemCapture 为场景无关通用 Skill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 2 章 方案总览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D4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外部入口 → DevLead(Manager) → 6 Workers → 治理层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全部协作在 Matrix 房间（人类可见可介入）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凭证安全：Higress AI 网关集中管理，Worker 零真实密钥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5 层架构：编排层 / 协同层 / 能力层 / 连接层 / 治理层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DAL 自主分级模型（行业定义级贡献）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D4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DAL-1 辅助定位 ✅ ｜ DAL-2 自主修复人审批 ✅（当前）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DAL-3 自主闭环人抽检 🎯复赛 ｜ DAL-4 多项目并行 ｜ DAL-5 全自动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对标汽车 L1–L5 自动驾驶分级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让行业有统一的自主性标尺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 3 章 7 Agent 职责表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D4FF"/>
                </a:solidFill>
              </a:defRPr>
            </a:pPr>
            <a:r>
              <a:t>多Agent协同 25%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DevLead (Manager)：拆解·调度·升级，纯编排不执行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Intake：归并分诊 → DefectTriage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Analyst：根因定位 → CodeRootCause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Fixer：修复执行 → FixGenerator（L2 写需确认）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Verifier：测试验证 → TestRunner（沙箱）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Release：灰度发布 → CanaryRelease（L3 需审批）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Knowledge：知识沉淀 → PostmortemCapture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任务流转时序（8 步闭环）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D4FF"/>
                </a:solidFill>
              </a:defRPr>
            </a:pPr>
            <a:r>
              <a:t>多Agent协同 25%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① 报障 → DevLead 拆解 plan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② Intake 归并 → 结构化缺陷单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③ Analyst 根因 → 证据链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④ Fixer patch → ★Manager 确认 + 人工审批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⑤ Verifier 测试 → approve/reject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⑥ Release 灰度 → ★人工审批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⑦ Knowledge 沉淀 → Runbook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⑧ DevLead 汇总 → 闭环完成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异常升级与回滚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D4FF"/>
                </a:solidFill>
              </a:defRPr>
            </a:pPr>
            <a:r>
              <a:t>多Agent协同 25%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Worker 失败 → 重试 3 次 → 降级 → 上报 DevLead → 人工接管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L3 操作 → 强制人工审批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灰度异常 → 自动回滚到 rollback_point（git tag + 快照）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全程 Matrix 留痕，可追溯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 4 章 6 Skill × 9 字段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D4FF"/>
                </a:solidFill>
              </a:defRPr>
            </a:pPr>
            <a:r>
              <a:t>Skill工程 25%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DefectTriage v0.1.0：归并分诊（只读）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CodeRootCause v0.1.0：根因定位（只读）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FixGenerator v0.1.0：patch 生成（L2 写需确认）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TestRunner v0.1.0：测试执行（沙箱）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CanaryRelease v0.1.0：灰度发布（L3 需审批）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PostmortemCapture v0.1.0：知识沉淀（只写知识库）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每个 Skill 含完整 9 字段 + SKILL.md + manifest.json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复用矩阵 + 安装验证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D4FF"/>
                </a:solidFill>
              </a:defRPr>
            </a:pPr>
            <a:r>
              <a:t>Skill工程 25%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6 Skill × 7 Agent 复用矩阵（见 docs/04-skills.md）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安装命令：hiclaw skill install ./poc/skills/defect-triage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预期输出：✓ defect-triage v0.1.0 installed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跨场景复用：DefectTriage、PostmortemCapture 场景无关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声明：本地 HiClaw 实例验证（L1），未发布到公共 skills.sh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 5 章 工程落地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D4FF"/>
                </a:solidFill>
              </a:defRPr>
            </a:pPr>
            <a:r>
              <a:t>工程落地 20%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HiClaw 实机部署（Docker，4C8GB）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7 Agent 配置完成，6 Skill 安装验证通过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端到端场景跑通（NPE 缺陷修复）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证据分层：L1 实机 / L2 半实机 / L3 推演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安全与审计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D4FF"/>
                </a:solidFill>
              </a:defRPr>
            </a:pPr>
            <a:r>
              <a:t>工程落地 20%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零信任：Worker 仅持 consumer token（框架原生）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三级权限：L1 只读 / L2 写需确认 / L3 生产需审批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审批流：Matrix @人类 → 确认/驳回 → 全程留痕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回滚：git tag + 部署快照，失败自动回滚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审计日志：时间/Agent/Skill/输入/输出/TraceId/审批状态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可观测：OTel GenAI Trace + 结构化 Log + 6 项 Metrics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 6 章 开源计划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D4FF"/>
                </a:solidFill>
              </a:defRPr>
            </a:pPr>
            <a:r>
              <a:t>开源贡献 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协议：Apache 2.0（商业友好 + 专利授权 + 与生态一致）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全部开源：Agent 定义 / 6 Skill / 场景脚本 / 文档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第三方依赖披露完整（含 LLM API 成本与可替代性）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社区运营：每两周 Skill 模板更新 + 贡献指南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目标：成为 AgentTeams 研发场景官方参考实现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 7 章 落地计划与风险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D4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初赛 PoC → DAL-2（当前）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复赛：真实仓库 + 审批流 → DAL-2→3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决赛：多项目并行 → DAL-3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风险 5 项已识别，均有缓解措施（见 docs/08-roadmap.md）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DevPilot Loop</a:t>
            </a:r>
          </a:p>
          <a:p>
            <a:pPr algn="ctr">
              <a:defRPr sz="2000">
                <a:solidFill>
                  <a:srgbClr val="00D4FF"/>
                </a:solidFill>
              </a:defRPr>
            </a:pPr>
            <a:r>
              <a:t>开源地址：github.com/ProofForgeDev/DevPilot-Loop-Documentation</a:t>
            </a:r>
            <a:br/>
            <a:r>
              <a:t>Apache 2.0 · 目标成为 AgentTeams 研发场景官方参考实现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2568</Words>
  <Application>WPS Presentation</Application>
  <PresentationFormat>On-screen Show (4:3)</PresentationFormat>
  <Paragraphs>142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SimSun</vt:lpstr>
      <vt:lpstr>Wingdings</vt:lpstr>
      <vt:lpstr>Arial</vt:lpstr>
      <vt:lpstr>Calibri</vt:lpstr>
      <vt:lpstr>Helvetica Neue</vt:lpstr>
      <vt:lpstr>SimSun</vt:lpstr>
      <vt:lpstr>宋体-简</vt:lpstr>
      <vt:lpstr>Microsoft YaHei</vt:lpstr>
      <vt:lpstr>汉仪旗黑</vt:lpstr>
      <vt:lpstr>Arial Unicode MS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William Deng</cp:lastModifiedBy>
  <cp:revision>2</cp:revision>
  <dcterms:created xsi:type="dcterms:W3CDTF">2026-08-16T08:15:23Z</dcterms:created>
  <dcterms:modified xsi:type="dcterms:W3CDTF">2026-08-16T08:15:23Z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8A00E4CAD9A1957B9B71816A09255090_42</vt:lpwstr>
  </property>
  <property fmtid="{D5CDD505-2E9C-101B-9397-08002B2CF9AE}" pid="3" name="KSOProductBuildVer">
    <vt:lpwstr>1033-12.1.25898.25898</vt:lpwstr>
  </property>
</Properties>
</file>